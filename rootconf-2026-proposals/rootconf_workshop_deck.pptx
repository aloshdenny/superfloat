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editorial review. Say in the first ten seconds that this deck is the delivery plan, not the workshop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order matters. They break things before they learn to diagnose. Diagnosis is boring until you have a corpse.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run sheet on one slide. 0:00 is non-negotiable: it is the difference between starting at 0:00 and starting at 0:25. Ten minute break at 1:00.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Quantise a freshly initialised wide layer at three bits. The network becomes an exactly zero function and no gradient can revive it. Looks like a precision limit, is actually scale placement. Photo: US Navy, Petty Officer 1st Class James Stenberg. Public domain.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Quantise the two projection matrices that no normalisation feeds, with no scale. Validation loss 2.53 to 7.73, at sixteen bits, where the grid step is three in a hundred thousand. Photo credit: Chrisruvy, Wikimedia Commons, CC BY-SA 4.0. Share-alike applies if published.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Quantise too far, then score it the obvious way. One category rewards declining to answer, so a dead model scores a perfect 100 there. Photo credit: Michael Lucan, Wikimedia Commons, CC BY-SA 3.0 DE. Share-alike applies if published.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numbers, three diagnoses. Each one is the signal for one of the three breaks.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pedagogical argument. Reading sample output is subjective and slow. Reading a weight histogram is neither, and it transfers to their own checkpoint on Monday.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removes the single biggest reason hands-on ML workshops fall apart: half the room waiting on a download or a driver.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repo carries the finished state of each stage. Anyone who falls behind checks out the next one and rejoins with working code they can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third generalises to anything that can fail by going quiet.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asks. November sits between four other commitments, and Q1 puts the workshop after the silicon tapes out. Say I will do November if the schedule needs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test of the three hours is whether they can answer that about their own model without running the quantiser.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1155680" y="1828800"/>
            <a:ext cx="5852160" cy="69494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1155680" y="493776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portrait photo goes here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4206240"/>
            <a:ext cx="9326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a model, then fix it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5577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alosh denny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5989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plan · rootconf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0" y="3108960"/>
            <a:ext cx="12801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hours. everyone leaves having </a:t>
            </a:r>
            <a:pPr algn="ctr"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a model on purpose.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0" y="3108960"/>
            <a:ext cx="12801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the workshop. </a:t>
            </a:r>
            <a:pPr algn="ctr"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how the room spends the time.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1120140"/>
            <a:ext cx="914400" cy="9144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657600" y="1577340"/>
            <a:ext cx="118872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5120640" y="112014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build it. </a:t>
            </a:r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forty lines, one test that has to go green.</a:t>
            </a:r>
            <a:endParaRPr lang="en-US" sz="2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3040380"/>
            <a:ext cx="914400" cy="9144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3657600" y="3497580"/>
            <a:ext cx="118872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120640" y="304038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break it. </a:t>
            </a:r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ways, each a one line change.</a:t>
            </a:r>
            <a:endParaRPr lang="en-US" sz="2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4960620"/>
            <a:ext cx="914400" cy="914400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3657600" y="5417820"/>
            <a:ext cx="118872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5120640" y="496062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diagnose it. </a:t>
            </a:r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weights, not from the output.</a:t>
            </a:r>
            <a:endParaRPr lang="en-US" sz="26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6880860"/>
            <a:ext cx="914400" cy="914400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3657600" y="7338060"/>
            <a:ext cx="118872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14" name="Text 7"/>
          <p:cNvSpPr txBox="1"/>
          <p:nvPr/>
        </p:nvSpPr>
        <p:spPr>
          <a:xfrm>
            <a:off x="5120640" y="688086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measure it. </a:t>
            </a:r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eval that catches what accuracy misses.</a:t>
            </a:r>
            <a:endParaRPr lang="en-US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377440" y="5029200"/>
            <a:ext cx="1353312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4" name="tl-dot-0"/>
          <p:cNvSpPr/>
          <p:nvPr/>
        </p:nvSpPr>
        <p:spPr>
          <a:xfrm>
            <a:off x="2240280" y="4892040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0707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1794" y="3794760"/>
            <a:ext cx="257129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091794" y="5486400"/>
            <a:ext cx="2571293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setup prints PASS</a:t>
            </a:r>
            <a:endParaRPr lang="en-US" sz="1500" dirty="0"/>
          </a:p>
        </p:txBody>
      </p:sp>
      <p:sp>
        <p:nvSpPr>
          <p:cNvPr id="7" name="tl-dot-1"/>
          <p:cNvSpPr/>
          <p:nvPr/>
        </p:nvSpPr>
        <p:spPr>
          <a:xfrm>
            <a:off x="4946904" y="4892040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0707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798418" y="3794760"/>
            <a:ext cx="257129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0:15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3798418" y="5486400"/>
            <a:ext cx="2571293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write the quantiser</a:t>
            </a:r>
            <a:endParaRPr lang="en-US" sz="1500" dirty="0"/>
          </a:p>
        </p:txBody>
      </p:sp>
      <p:sp>
        <p:nvSpPr>
          <p:cNvPr id="10" name="tl-dot-2"/>
          <p:cNvSpPr/>
          <p:nvPr/>
        </p:nvSpPr>
        <p:spPr>
          <a:xfrm>
            <a:off x="7653528" y="4892040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0707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05042" y="3794760"/>
            <a:ext cx="257129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0:40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6505042" y="5486400"/>
            <a:ext cx="2571293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quantise a real model</a:t>
            </a:r>
            <a:endParaRPr lang="en-US" sz="1500" dirty="0"/>
          </a:p>
        </p:txBody>
      </p:sp>
      <p:sp>
        <p:nvSpPr>
          <p:cNvPr id="13" name="tl-dot-3"/>
          <p:cNvSpPr/>
          <p:nvPr/>
        </p:nvSpPr>
        <p:spPr>
          <a:xfrm>
            <a:off x="10305288" y="4837176"/>
            <a:ext cx="384048" cy="38404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211666" y="3794760"/>
            <a:ext cx="257129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1:10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9211666" y="5486400"/>
            <a:ext cx="2571293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break it, three ways</a:t>
            </a:r>
            <a:endParaRPr lang="en-US" sz="1500" dirty="0"/>
          </a:p>
        </p:txBody>
      </p:sp>
      <p:sp>
        <p:nvSpPr>
          <p:cNvPr id="16" name="tl-dot-4"/>
          <p:cNvSpPr/>
          <p:nvPr/>
        </p:nvSpPr>
        <p:spPr>
          <a:xfrm>
            <a:off x="13066776" y="4892040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0707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918290" y="3794760"/>
            <a:ext cx="257129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1:50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11918290" y="5486400"/>
            <a:ext cx="2571293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diagnose it from the weights</a:t>
            </a:r>
            <a:endParaRPr lang="en-US" sz="1500" dirty="0"/>
          </a:p>
        </p:txBody>
      </p:sp>
      <p:sp>
        <p:nvSpPr>
          <p:cNvPr id="19" name="tl-dot-5"/>
          <p:cNvSpPr/>
          <p:nvPr/>
        </p:nvSpPr>
        <p:spPr>
          <a:xfrm>
            <a:off x="15773400" y="4892040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0707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4624914" y="3794760"/>
            <a:ext cx="257129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2:20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14624914" y="5486400"/>
            <a:ext cx="2571293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build the evaluation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828800" y="8595360"/>
            <a:ext cx="1463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hours. </a:t>
            </a:r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forty minutes are the overflow</a:t>
            </a:r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if i lose time earlier i demo the eval instead of building it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0" y="3108960"/>
            <a:ext cx="12801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breaks are all bugs i shipped.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1417320"/>
            <a:ext cx="10972800" cy="63093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828800" y="8046720"/>
            <a:ext cx="1463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dead layer.</a:t>
            </a:r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weight rounds to zero.</a:t>
            </a:r>
            <a:endParaRPr lang="en-US" sz="2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1417320"/>
            <a:ext cx="10972800" cy="63093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828800" y="8046720"/>
            <a:ext cx="1463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outlier clip.</a:t>
            </a:r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one weight in ten thousand did not fit.</a:t>
            </a:r>
            <a:endParaRPr lang="en-US" sz="2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1417320"/>
            <a:ext cx="10972800" cy="63093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828800" y="8046720"/>
            <a:ext cx="1463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silent one.</a:t>
            </a:r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stopped answering and the score went up.</a:t>
            </a:r>
            <a:endParaRPr lang="en-US" sz="2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2743200" y="3657600"/>
            <a:ext cx="4267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3108960" y="5257800"/>
            <a:ext cx="3535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weights in a wide layer round to zero at three bits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7010400" y="3657600"/>
            <a:ext cx="4267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7.47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7376160" y="5257800"/>
            <a:ext cx="3535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weight in a checkpoint everyone assumes is bounded by one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1277600" y="3657600"/>
            <a:ext cx="4267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1.2%</a:t>
            </a:r>
            <a:endParaRPr lang="en-US" sz="5400" dirty="0"/>
          </a:p>
        </p:txBody>
      </p:sp>
      <p:sp>
        <p:nvSpPr>
          <p:cNvPr id="8" name="Text 5"/>
          <p:cNvSpPr txBox="1"/>
          <p:nvPr/>
        </p:nvSpPr>
        <p:spPr>
          <a:xfrm>
            <a:off x="11643360" y="5257800"/>
            <a:ext cx="3535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prompts a broken model still answered, while scoring 100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0" y="3108960"/>
            <a:ext cx="12801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diagnosis is </a:t>
            </a:r>
            <a:pPr algn="ctr"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histogram or a counter.</a:t>
            </a:r>
            <a:endParaRPr lang="en-US" sz="2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2743200" y="3108960"/>
            <a:ext cx="12801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has to read generated text. </a:t>
            </a:r>
            <a:pPr algn="ctr"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part that goes wrong in a room.</a:t>
            </a:r>
            <a:endParaRPr lang="en-US" sz="2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1120140"/>
            <a:ext cx="914400" cy="9144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657600" y="1577340"/>
            <a:ext cx="118872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5120640" y="112014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 laptop. python, pytorch, numpy, matplotlib.</a:t>
            </a:r>
            <a:endParaRPr lang="en-US" sz="2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3040380"/>
            <a:ext cx="914400" cy="9144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3657600" y="3497580"/>
            <a:ext cx="118872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120640" y="304038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gpu. </a:t>
            </a:r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account. no dataset download.</a:t>
            </a:r>
            <a:endParaRPr lang="en-US" sz="2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4960620"/>
            <a:ext cx="914400" cy="914400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3657600" y="5417820"/>
            <a:ext cx="118872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5120640" y="496062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ten minutes of actual compute, all of it on cpu.</a:t>
            </a:r>
            <a:endParaRPr lang="en-US" sz="26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6880860"/>
            <a:ext cx="914400" cy="914400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3657600" y="7338060"/>
            <a:ext cx="118872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14" name="Text 7"/>
          <p:cNvSpPr txBox="1"/>
          <p:nvPr/>
        </p:nvSpPr>
        <p:spPr>
          <a:xfrm>
            <a:off x="5120640" y="688086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identical colab notebook, cell for cell, as the fallback.</a:t>
            </a:r>
            <a:endParaRPr lang="en-US" sz="2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2743200" y="3108960"/>
            <a:ext cx="12801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branch per stage. </a:t>
            </a:r>
            <a:pPr algn="ctr"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gets stranded.</a:t>
            </a:r>
            <a:endParaRPr lang="en-US" sz="2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0" y="3108960"/>
            <a:ext cx="12801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ends on a test. </a:t>
            </a:r>
            <a:pPr algn="ctr"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means move on.</a:t>
            </a:r>
            <a:pPr algn="ctr"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replaces me asking thirty people whether they're done.</a:t>
            </a:r>
            <a:endParaRPr lang="en-US" sz="2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0" y="3108960"/>
            <a:ext cx="12801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lose time early, the last hour is </a:t>
            </a:r>
            <a:pPr algn="ctr"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thing that gives.</a:t>
            </a:r>
            <a:pPr algn="ctr"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 demo the eval instead of building it.</a:t>
            </a:r>
            <a:endParaRPr lang="en-US" sz="2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rid-0"/>
          <p:cNvSpPr/>
          <p:nvPr/>
        </p:nvSpPr>
        <p:spPr>
          <a:xfrm>
            <a:off x="2011680" y="3360420"/>
            <a:ext cx="4328160" cy="26517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2331720" y="3771900"/>
            <a:ext cx="368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quantiser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2331720" y="4686300"/>
            <a:ext cx="368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forty lines they wrote and understand</a:t>
            </a:r>
            <a:endParaRPr lang="en-US" sz="1500" dirty="0"/>
          </a:p>
        </p:txBody>
      </p:sp>
      <p:sp>
        <p:nvSpPr>
          <p:cNvPr id="6" name="grid-1"/>
          <p:cNvSpPr/>
          <p:nvPr/>
        </p:nvSpPr>
        <p:spPr>
          <a:xfrm>
            <a:off x="6979920" y="3360420"/>
            <a:ext cx="4328160" cy="26517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299960" y="3771900"/>
            <a:ext cx="368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checks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7299960" y="4686300"/>
            <a:ext cx="368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 against any checkpoint they have on monday</a:t>
            </a:r>
            <a:endParaRPr lang="en-US" sz="1500" dirty="0"/>
          </a:p>
        </p:txBody>
      </p:sp>
      <p:sp>
        <p:nvSpPr>
          <p:cNvPr id="9" name="grid-2"/>
          <p:cNvSpPr/>
          <p:nvPr/>
        </p:nvSpPr>
        <p:spPr>
          <a:xfrm>
            <a:off x="11948160" y="3360420"/>
            <a:ext cx="4328160" cy="26517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2268200" y="3771900"/>
            <a:ext cx="368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eval pattern</a:t>
            </a:r>
            <a:endParaRPr lang="en-US" sz="2700" dirty="0"/>
          </a:p>
        </p:txBody>
      </p:sp>
      <p:sp>
        <p:nvSpPr>
          <p:cNvPr id="11" name="Text 8"/>
          <p:cNvSpPr txBox="1"/>
          <p:nvPr/>
        </p:nvSpPr>
        <p:spPr>
          <a:xfrm>
            <a:off x="12268200" y="4686300"/>
            <a:ext cx="368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paired with liveness, useful well past quantisation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828800" y="6515100"/>
            <a:ext cx="1463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walk out with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2743200" y="2743200"/>
            <a:ext cx="128016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hours</a:t>
            </a:r>
            <a:pPr algn="ctr" indent="0" marL="0">
              <a:lnSpc>
                <a:spcPct val="140000"/>
              </a:lnSpc>
              <a:spcAft>
                <a:spcPts val="100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thirty people, one helper past that</a:t>
            </a:r>
            <a:endParaRPr lang="en-US" sz="2400" dirty="0"/>
          </a:p>
          <a:p>
            <a:pPr algn="ctr" indent="0" marL="0">
              <a:lnSpc>
                <a:spcPct val="140000"/>
              </a:lnSpc>
              <a:spcAft>
                <a:spcPts val="100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setup script </a:t>
            </a:r>
            <a:pPr algn="ctr" indent="0" marL="0">
              <a:lnSpc>
                <a:spcPct val="14000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joining email</a:t>
            </a:r>
            <a:pPr algn="ctr" indent="0" marL="0">
              <a:lnSpc>
                <a:spcPct val="140000"/>
              </a:lnSpc>
              <a:spcAft>
                <a:spcPts val="100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 week ahead</a:t>
            </a:r>
            <a:endParaRPr lang="en-US" sz="2400" dirty="0"/>
          </a:p>
          <a:p>
            <a:pPr algn="ctr" indent="0" marL="0">
              <a:lnSpc>
                <a:spcPct val="14000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</a:t>
            </a:r>
            <a:pPr algn="ctr" indent="0" marL="0">
              <a:lnSpc>
                <a:spcPct val="140000"/>
              </a:lnSpc>
              <a:spcAft>
                <a:spcPts val="100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november — but november if you need it</a:t>
            </a: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2743200" y="3108960"/>
            <a:ext cx="12801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my checkpoint survive this, and how would i know if it hadn't?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2026-10-08T03:18:36Z</dcterms:created>
  <dcterms:modified xsi:type="dcterms:W3CDTF">2026-10-08T03:18:36Z</dcterms:modified>
</cp:coreProperties>
</file>