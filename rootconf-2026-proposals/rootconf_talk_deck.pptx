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86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Portrait slot is yours. 20 to 23 minutes of talking, 5 minutes of questions. The dry run was 18, so this version has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origin. The whole devops disaster happens downstream of trying to answer this. Leading here was the reviewers' main structural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layman's analogy prakhar asked for. Rounding is the right one because it is literally true, not a metaphor.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four decisions, in your words from the dry run. Groq and AMD are the 'faster, newer, nobody to ask when it breaks'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roughly 800 archived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Front-loaded architecture diagram, which Rolland asked for. Two of today's failures come from getting the laptop wrong and the volume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Bharadwaj and Sohham both asked for this: introduce the platforms before the story that depends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this. It is the entire bug, two minutes before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breakup rather than a list. The last box is the one that collides with the 24 hour ceiling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stack. That last line is the only reason any of the later failures were survivable.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is the thing that makes a six day run possible on a platform that kills every container at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over time, as a timeline rather than three sentences. Hour 6 is where I had the chance and missed it; hour 24 is the filled 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it sit. Ask the room what that gap means before you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elimination ladder replaces four text slides. Walk the two dead rungs quickly; the third is the point and it leads straight into the next slide. The honest line is that guess three cost nothing and should have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Rolland asked how much of the debugging was automated. The honest answer is none of it. Say that plainly; it is the most relatable slide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pivot. Everything before was hypothesis. This was arithmetic and it took thirty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Grendelkhan, Wikimedia Commons, CC BY-SA 3.0. Share-alike applies if this deck is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Shixart1985, Wikimedia Commons, CC BY 2.0. The platform's default mode ties the remote job's lifetime to the local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Photo: MarkBuckawicki, Wikimedia Commons, CC0.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line from the dry run, and it lands. The constraint that annoyed you is the one that stopped the bleeding.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Guldem Ustun, Wikimedia Commons, CC BY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Meathead Movers, Wikimedia Commons, CC BY-SA 2.0. This one was runpod. No checkpoint, no disk, nothing at the end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Sohham's note: frame these as common industry failures, not as rookie mistakes you happened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shapes. Every failure in the talk is one of them. Scale this up: a month-long run at a frontier lab fails the same way, with four more zeros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four, in your order. Note that the fourth is about choosing the tier, not about the results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 rupee or dollar figures anywhere in this deck. Prakhar's note: cloud pricing moves, ratios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Qwen3 8B on the Berkeley Function Calling Leaderboard, scored by AST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tried first was langfuse and langgraph with an llm as a judge over the logs. What I run now is an open ensemble through openrouter and promptfoo, three cheap models from different families so they do not share a blind spot, plus explicit metrics pulled out of the logs. Name the models out loud; check the versions before you put them on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Photo: Jan Kahanek via Unsplash, Wikimedia Commons, CC0. One benchmark category scores a model on correctly declining to call a tool, so a dead model passes every case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real time here. Five minutes of questions after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914400" y="42062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burned 48 gpu hours training on 96 million tokens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alosh denny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superfloat · rootconf 2026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A7802-C3AB-08A7-6288-089FE80D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2030741"/>
            <a:ext cx="6567351" cy="622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talk about failure.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mostly mine.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starts somewhere else entirely.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 number format,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chip to run it on.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anyone commits silicon, somebody has to answer one question.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few bits does a model actually need?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2860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0" y="3931920"/>
            <a:ext cx="1280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114800" y="50292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a model so it uses less memory, less power, and generates tokens faster.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rounding.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number in the model, written with fewer digits. the model gets smaller and cheaper. the question is what it forgets.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four people have to agree to do it.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1201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15773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11201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gpu tier you are willing to pay for.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04038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349758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30403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runpod, modal, or the cloud you already have.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496062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541782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49606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you compress before it stops being smart.</a:t>
            </a:r>
            <a:endParaRPr lang="en-US" sz="2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6880860"/>
            <a:ext cx="914400" cy="9144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57600" y="73380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20640" y="68808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nvidia, or the faster new silicon with no community yet.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organisations you can settle two of those. maybe three.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four.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657600"/>
            <a:ext cx="1280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525780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floor. compress past it and the model stops being intelligent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bits, a 4b model drops to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eight it is level with sixteen.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that out, you train a lot of models.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runs. four platforms in a year. none of them on hardware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-0"/>
          <p:cNvSpPr/>
          <p:nvPr/>
        </p:nvSpPr>
        <p:spPr>
          <a:xfrm>
            <a:off x="137160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7276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type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7" name="flow-2"/>
          <p:cNvSpPr/>
          <p:nvPr/>
        </p:nvSpPr>
        <p:spPr>
          <a:xfrm>
            <a:off x="562356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2472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the work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flow-4"/>
          <p:cNvSpPr/>
          <p:nvPr/>
        </p:nvSpPr>
        <p:spPr>
          <a:xfrm>
            <a:off x="987552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7668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box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for one job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flow-6"/>
          <p:cNvSpPr/>
          <p:nvPr/>
        </p:nvSpPr>
        <p:spPr>
          <a:xfrm>
            <a:off x="1412748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2864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385316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outlives the job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850392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things.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are somebody else's.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8026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25374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20802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 that runs on an h100. pay by the second. the container dies at 24 hours, always.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0050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445770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40005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you rent by the hour. yours until you stop paying. keeps nothing unless you attach a disk.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592074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63779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59207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those,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under my desk and a shared lab machine.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3.2, 1b parameters,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decoder-only language model, and none of what follows is about language.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3931920"/>
            <a:ext cx="274320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corpus, in pieces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6052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40680" y="3931920"/>
            <a:ext cx="274320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40680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 it can see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9921240" y="3931920"/>
            <a:ext cx="274320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21240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quantisation-aware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12164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4401800" y="3931920"/>
            <a:ext cx="292608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401800" y="39319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13487400" y="5715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onto the volume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86868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loop. 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box is the one that matters today.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does not arrive all at once.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in boxes.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 percent, twenty, thirty.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id-0"/>
          <p:cNvSpPr/>
          <p:nvPr/>
        </p:nvSpPr>
        <p:spPr>
          <a:xfrm>
            <a:off x="2011680" y="3360420"/>
            <a:ext cx="308610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331720" y="37719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2331720" y="4686300"/>
            <a:ext cx="2446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</a:t>
            </a:r>
            <a:endParaRPr lang="en-US" sz="1500" dirty="0"/>
          </a:p>
        </p:txBody>
      </p:sp>
      <p:sp>
        <p:nvSpPr>
          <p:cNvPr id="6" name="grid-1"/>
          <p:cNvSpPr/>
          <p:nvPr/>
        </p:nvSpPr>
        <p:spPr>
          <a:xfrm>
            <a:off x="5737860" y="3360420"/>
            <a:ext cx="308610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57900" y="37719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057900" y="4686300"/>
            <a:ext cx="2446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× accumulation</a:t>
            </a:r>
            <a:endParaRPr lang="en-US" sz="1500" dirty="0"/>
          </a:p>
        </p:txBody>
      </p:sp>
      <p:sp>
        <p:nvSpPr>
          <p:cNvPr id="9" name="grid-2"/>
          <p:cNvSpPr/>
          <p:nvPr/>
        </p:nvSpPr>
        <p:spPr>
          <a:xfrm>
            <a:off x="9464040" y="3360420"/>
            <a:ext cx="308610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84080" y="37719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h100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4686300"/>
            <a:ext cx="2446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gpu, rented by the second</a:t>
            </a:r>
            <a:endParaRPr lang="en-US" sz="1500" dirty="0"/>
          </a:p>
        </p:txBody>
      </p:sp>
      <p:sp>
        <p:nvSpPr>
          <p:cNvPr id="12" name="grid-3"/>
          <p:cNvSpPr/>
          <p:nvPr/>
        </p:nvSpPr>
        <p:spPr>
          <a:xfrm>
            <a:off x="13190220" y="3360420"/>
            <a:ext cx="308610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3510260" y="37719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days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3510260" y="4686300"/>
            <a:ext cx="2446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goes wrong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65151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run, in four numbers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1201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15773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11201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2.8.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12.8.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04038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349758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30403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container, shared volume, a secret for the gated tokenizer.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496062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541782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49606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and the tokenizer.</a:t>
            </a:r>
            <a:endParaRPr lang="en-US" sz="2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6880860"/>
            <a:ext cx="914400" cy="9144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57600" y="73380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20640" y="68808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on sigterm, resumes from latest.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-0"/>
          <p:cNvSpPr/>
          <p:nvPr/>
        </p:nvSpPr>
        <p:spPr>
          <a:xfrm>
            <a:off x="137160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7276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23 hours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7" name="flow-2"/>
          <p:cNvSpPr/>
          <p:nvPr/>
        </p:nvSpPr>
        <p:spPr>
          <a:xfrm>
            <a:off x="562356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2472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sigterm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flow-4"/>
          <p:cNvSpPr/>
          <p:nvPr/>
        </p:nvSpPr>
        <p:spPr>
          <a:xfrm>
            <a:off x="987552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7668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resumes, spawns leg 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5" name="flow-6"/>
          <p:cNvSpPr/>
          <p:nvPr/>
        </p:nvSpPr>
        <p:spPr>
          <a:xfrm>
            <a:off x="1412748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2864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385316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budget is spent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850392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days does not fit in a 24 hour container.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runs in legs.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here's the run that cost the most.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377440" y="5029200"/>
            <a:ext cx="135331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" name="tl-dot-0"/>
          <p:cNvSpPr/>
          <p:nvPr/>
        </p:nvSpPr>
        <p:spPr>
          <a:xfrm>
            <a:off x="2240280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548640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starts unpacking the corpus</a:t>
            </a:r>
            <a:endParaRPr lang="en-US" sz="1500" dirty="0"/>
          </a:p>
        </p:txBody>
      </p:sp>
      <p:sp>
        <p:nvSpPr>
          <p:cNvPr id="7" name="tl-dot-1"/>
          <p:cNvSpPr/>
          <p:nvPr/>
        </p:nvSpPr>
        <p:spPr>
          <a:xfrm>
            <a:off x="6751320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8536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785360" y="548640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starts. no errors anywhere</a:t>
            </a:r>
            <a:endParaRPr lang="en-US" sz="1500" dirty="0"/>
          </a:p>
        </p:txBody>
      </p:sp>
      <p:sp>
        <p:nvSpPr>
          <p:cNvPr id="10" name="tl-dot-2"/>
          <p:cNvSpPr/>
          <p:nvPr/>
        </p:nvSpPr>
        <p:spPr>
          <a:xfrm>
            <a:off x="11262360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9640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296400" y="548640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is climbing. </a:t>
            </a: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early on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 leave it</a:t>
            </a:r>
            <a:endParaRPr lang="en-US" sz="1500" dirty="0"/>
          </a:p>
        </p:txBody>
      </p:sp>
      <p:sp>
        <p:nvSpPr>
          <p:cNvPr id="13" name="tl-dot-3"/>
          <p:cNvSpPr/>
          <p:nvPr/>
        </p:nvSpPr>
        <p:spPr>
          <a:xfrm>
            <a:off x="15718536" y="483717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80744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3807440" y="548640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has not come down. </a:t>
            </a: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normal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85953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day, and the only thing that went wrong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raised anything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5097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started guessing. in order.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ng-0"/>
          <p:cNvSpPr/>
          <p:nvPr/>
        </p:nvSpPr>
        <p:spPr>
          <a:xfrm>
            <a:off x="2194560" y="1920240"/>
            <a:ext cx="1389888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60604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one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606040" y="257860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strike="sngStrike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split is noisy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0881360" y="25786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does not climb in a straight line for eighteen hours</a:t>
            </a:r>
            <a:endParaRPr lang="en-US" sz="1500" dirty="0"/>
          </a:p>
        </p:txBody>
      </p:sp>
      <p:sp>
        <p:nvSpPr>
          <p:cNvPr id="7" name="rung-1"/>
          <p:cNvSpPr/>
          <p:nvPr/>
        </p:nvSpPr>
        <p:spPr>
          <a:xfrm>
            <a:off x="2194560" y="3931920"/>
            <a:ext cx="1389888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two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459028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strike="sngStrike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overfitting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45902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1b model does not overfit a corpus this size in a day</a:t>
            </a:r>
            <a:endParaRPr lang="en-US" sz="1500" dirty="0"/>
          </a:p>
        </p:txBody>
      </p:sp>
      <p:sp>
        <p:nvSpPr>
          <p:cNvPr id="11" name="rung-2"/>
          <p:cNvSpPr/>
          <p:nvPr/>
        </p:nvSpPr>
        <p:spPr>
          <a:xfrm>
            <a:off x="2194560" y="5943600"/>
            <a:ext cx="1389888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06040" y="6172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three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66019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tokens it actually saw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881360" y="66019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thirty seconds. should have been first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80010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hypotheses, then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8026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25374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20802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container logs by hand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0050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445770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40005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them into a chat window and argued with it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592074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63779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59207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no trace,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nothing was watching for this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i did the arithmetic.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17320" y="4023360"/>
            <a:ext cx="237744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17320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log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25196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532120" y="4023360"/>
            <a:ext cx="237744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532120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9646920" y="4023360"/>
            <a:ext cx="237744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46920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× accum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48156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2"/>
          <p:cNvSpPr/>
          <p:nvPr/>
        </p:nvSpPr>
        <p:spPr>
          <a:xfrm>
            <a:off x="13761720" y="4023360"/>
            <a:ext cx="310896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376172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96m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12847320" y="5623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tokens. that is all it saw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86868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already in the log. 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never multiplied them.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corpus it trained 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saw at all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shard, thirty times over.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pretraining, that is memorisation.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it looked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on training data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useless on anything real.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did it only ever see the first box?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nobody called it one.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0"/>
            <a:ext cx="2926080" cy="1828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17520" y="3840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unpacking boxes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680960" y="3840480"/>
            <a:ext cx="2926080" cy="1828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3840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visible, so far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2344400" y="3840480"/>
            <a:ext cx="2926080" cy="1828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0" y="3840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×2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once, never again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86868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trainers were fighting over the same box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only sees what another container wrote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 asks again.</a:t>
            </a:r>
            <a:endParaRPr lang="en-US" sz="2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never told the trainer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had finished loading.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3931920"/>
            <a:ext cx="310896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volume again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132320" y="3931920"/>
            <a:ext cx="402336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0" y="39319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5715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start on a partial corpus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4297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2893040" y="3931920"/>
            <a:ext cx="310896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9304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24h ceiling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86868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fix is 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and a guard clause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657600"/>
            <a:ext cx="1280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525780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hours. two containers, one full day each.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this is special to me.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foreground launch.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 laptop's dns killed four remote jobs.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twenty four hour cap.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run needed six days.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cap is also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reason this cost 48 hours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not a fortnight of credits.</a:t>
            </a:r>
            <a:endParaRPr lang="en-US" sz="2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volumes, one name.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 very bad minutes.</a:t>
            </a:r>
            <a:endParaRPr lang="en-US" sz="2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sized volume.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models expired like they never existed.</a:t>
            </a:r>
            <a:endParaRPr lang="en-US" sz="2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somebody's postmortem this quarter.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are not exotic. they are the default.</a:t>
            </a:r>
            <a:endParaRPr lang="en-US" sz="2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8026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25374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20802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guarantees the input is complete before a consumer reads it?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0050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445770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40005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 remote work alive, and for how long?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592074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63779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59207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job was it to notice?</a:t>
            </a:r>
            <a:endParaRPr lang="en-US" sz="2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hence, four checks. every run, no exceptions.</a:t>
            </a:r>
            <a:endParaRPr lang="en-US" sz="4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1201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15773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11201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pass end to end, on a cpu, before anything paid starts.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04038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349758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30403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data.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hash matches, all of it loaded. if it does not, do not start.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496062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541782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49606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couple of hours, and push a copy to the hub.</a:t>
            </a:r>
            <a:endParaRPr lang="en-US" sz="2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6880860"/>
            <a:ext cx="914400" cy="9144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57600" y="73380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20640" y="68808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tiers. 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cheaper gpu. the same mistake on it is a cheaper mistake.</a:t>
            </a:r>
            <a:endParaRPr lang="en-US" sz="2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smoke test costs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5097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deciding the shape of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asserts.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trust.</a:t>
            </a:r>
            <a:endParaRPr lang="en-US" sz="2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 back to the question i started with.</a:t>
            </a:r>
            <a:endParaRPr lang="en-US" sz="4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bf16, untouched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3657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509760" y="5257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bit, no retraining, no calibration set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bits is free. six bits, at the small end, 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a model any more.</a:t>
            </a:r>
            <a:endParaRPr lang="en-US" sz="2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would you even know?</a:t>
            </a:r>
            <a:endParaRPr lang="en-US" sz="4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-0"/>
          <p:cNvSpPr/>
          <p:nvPr/>
        </p:nvSpPr>
        <p:spPr>
          <a:xfrm>
            <a:off x="137160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7276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judging the logs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7" name="flow-2"/>
          <p:cNvSpPr/>
          <p:nvPr/>
        </p:nvSpPr>
        <p:spPr>
          <a:xfrm>
            <a:off x="562356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2472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flagged a missing tool call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</a:t>
            </a:r>
            <a:endParaRPr lang="en-US" sz="3400" dirty="0"/>
          </a:p>
        </p:txBody>
      </p:sp>
      <p:sp>
        <p:nvSpPr>
          <p:cNvPr id="11" name="flow-4"/>
          <p:cNvSpPr/>
          <p:nvPr/>
        </p:nvSpPr>
        <p:spPr>
          <a:xfrm>
            <a:off x="987552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7668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different families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0" y="4206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flow-6"/>
          <p:cNvSpPr/>
          <p:nvPr/>
        </p:nvSpPr>
        <p:spPr>
          <a:xfrm>
            <a:off x="14127480" y="3794760"/>
            <a:ext cx="27889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28648" y="406908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metrics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3853160" y="57150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counted, not judged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850392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grades the text it was given.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reads as a perfectly reasonable answer.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judges gave it a ten.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had stopped answering.</a:t>
            </a:r>
            <a:endParaRPr lang="en-US" sz="2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657600"/>
            <a:ext cx="1280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525780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prompts it still answered, while scoring a perfect 100 on one category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metric needs a liveness metric.</a:t>
            </a:r>
            <a:endParaRPr lang="en-US" sz="4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2743200"/>
            <a:ext cx="12801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 when the model changes numerically but not by version?</a:t>
            </a:r>
            <a:endParaRPr lang="en-US" sz="2400" dirty="0"/>
          </a:p>
          <a:p>
            <a:pPr marL="0" indent="0" algn="ctr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does your team require?</a:t>
            </a:r>
            <a:endParaRPr lang="en-US" sz="2400" dirty="0"/>
          </a:p>
          <a:p>
            <a:pPr marL="0" indent="0" algn="ctr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ever rejected a change on it?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who signs it off at your place?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2127</Words>
  <Application>Microsoft Macintosh PowerPoint</Application>
  <PresentationFormat>Custom</PresentationFormat>
  <Paragraphs>289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Alosh Denny</cp:lastModifiedBy>
  <cp:revision>2</cp:revision>
  <dcterms:created xsi:type="dcterms:W3CDTF">2026-10-08T03:26:50Z</dcterms:created>
  <dcterms:modified xsi:type="dcterms:W3CDTF">2026-10-08T03:40:25Z</dcterms:modified>
</cp:coreProperties>
</file>